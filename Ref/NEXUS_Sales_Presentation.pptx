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914400"/>
            <a:ext cx="59436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200400"/>
            <a:ext cx="4572000" cy="2743200"/>
          </a:xfrm>
          <a:prstGeom prst="ellipse">
            <a:avLst/>
          </a:prstGeom>
          <a:solidFill>
            <a:srgbClr val="FF6B35">
              <a:alpha val="7000"/>
            </a:srgbClr>
          </a:solidFill>
          <a:ln w="12700">
            <a:solidFill>
              <a:srgbClr val="FF6B3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 PLATFORM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200" kern="0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Billing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0116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Database-Driven • Flask + SQLite • World-Class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DB Logic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9319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Triggers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9319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Duplication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— Educational / Business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sales systems fail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4114800" cy="1371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325880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Scattered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spread across frontend, backend, and spreadsheets — inconsistent &amp; hard to maintain.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114800" cy="1371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25880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Calculation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Bills, tax, stock — all calculated in frontend code. One bug breaks everything.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4114800" cy="1371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26080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deduction, payment tracking, status updates — all done manually by staff.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114800" cy="1371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26080"/>
            <a:ext cx="54864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dashboard, no revenue trends, no low-stock alerts.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2651760" cy="374904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9728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DB-First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logic in SQLite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Views, Triggers, CTEs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Single source of truth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51760" cy="374904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Auto-Pilot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Stock auto-deducts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Bills auto-calculate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auto-updates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097280"/>
            <a:ext cx="2651760" cy="374904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09728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8076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World-Class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Dark luxury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Minimal frontend code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feedback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14400" y="1097280"/>
            <a:ext cx="6858000" cy="713232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09728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1170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Vanilla 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12344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lines frontend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1810512"/>
            <a:ext cx="0" cy="201168"/>
          </a:xfrm>
          <a:prstGeom prst="line">
            <a:avLst/>
          </a:prstGeom>
          <a:noFill/>
          <a:ln w="12700">
            <a:solidFill>
              <a:srgbClr val="4A608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4400" y="2011680"/>
            <a:ext cx="6858000" cy="713232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2011680"/>
            <a:ext cx="54864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Flask REST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2148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routes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724912"/>
            <a:ext cx="0" cy="201168"/>
          </a:xfrm>
          <a:prstGeom prst="line">
            <a:avLst/>
          </a:prstGeom>
          <a:noFill/>
          <a:ln w="12700">
            <a:solidFill>
              <a:srgbClr val="4A608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14400" y="2926080"/>
            <a:ext cx="6858000" cy="71323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292608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2999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4592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Views · Triggers · CTEs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30632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business logic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34840" y="3639312"/>
            <a:ext cx="0" cy="201168"/>
          </a:xfrm>
          <a:prstGeom prst="line">
            <a:avLst/>
          </a:prstGeom>
          <a:noFill/>
          <a:ln w="12700">
            <a:solidFill>
              <a:srgbClr val="4A608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914400" y="3840480"/>
            <a:ext cx="685800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" y="384048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645920" y="3913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4592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— nexus.db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0" y="39776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· WAL mode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intelligence lives in SQLite — zero logic duplication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2743200" cy="173736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80160"/>
            <a:ext cx="27432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PK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email, phone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address, credit_limit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280160"/>
            <a:ext cx="2743200" cy="173736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280160"/>
            <a:ext cx="2743200" cy="34747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PK, sku UNIQUE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name, category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price, stock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tax_rate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280160"/>
            <a:ext cx="2743200" cy="173736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280160"/>
            <a:ext cx="2743200" cy="34747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PK, bill_no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customer_id FK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81928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status, subtotal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tax, discount, total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200400"/>
            <a:ext cx="2743200" cy="173736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200400"/>
            <a:ext cx="2743200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bill_items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PK, bill_id FK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9768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product_id FK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qty, unit_price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9768" y="4535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line_total (STORED)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3200400"/>
            <a:ext cx="2743200" cy="173736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46120" y="3200400"/>
            <a:ext cx="2743200" cy="347472"/>
          </a:xfrm>
          <a:prstGeom prst="rect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55848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PK, bill_id FK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55848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amount, method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55848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reference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55848" y="4535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paid_at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218688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807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Smart DB Features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8076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Triggers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8076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 Views (v_bill_summary…)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4334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GENERATED STORED cols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8076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 bill numbering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Magic 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2743200" cy="178308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5156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Auto Bill Number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581912"/>
            <a:ext cx="2560320" cy="749808"/>
          </a:xfrm>
          <a:prstGeom prst="rect">
            <a:avLst/>
          </a:prstGeom>
          <a:solidFill>
            <a:srgbClr val="080C14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27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sequences SET val=val+1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"NX-" || val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441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sequence generation in SQLite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743200" cy="178308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Auto Totals (Trigger)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1581912"/>
            <a:ext cx="2560320" cy="749808"/>
          </a:xfrm>
          <a:prstGeom prst="rect">
            <a:avLst/>
          </a:prstGeom>
          <a:solidFill>
            <a:srgbClr val="080C14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627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bill_items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bills SET total = ...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2441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 recalculate instantly on item add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743200" cy="178308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515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Stock Deduction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581912"/>
            <a:ext cx="2560320" cy="749808"/>
          </a:xfrm>
          <a:prstGeom prst="rect">
            <a:avLst/>
          </a:prstGeom>
          <a:solidFill>
            <a:srgbClr val="080C14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1627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UPDATE status = confirmed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products SET stock - qty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36208" y="2441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auto-adjusts on bill confirm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7180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Auto-Paid Status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502152"/>
            <a:ext cx="2560320" cy="749808"/>
          </a:xfrm>
          <a:prstGeom prst="rect">
            <a:avLst/>
          </a:prstGeom>
          <a:solidFill>
            <a:srgbClr val="080C14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5478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payments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paid &gt;= total → status = paid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361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marks paid when fully settled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97180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Views = Zero Code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3502152"/>
            <a:ext cx="2560320" cy="749808"/>
          </a:xfrm>
          <a:prstGeom prst="rect">
            <a:avLst/>
          </a:prstGeom>
          <a:solidFill>
            <a:srgbClr val="080C14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5478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v_bill_summary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customer, items, balance_due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10128" y="4361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joins pre-built as reusable views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2971800"/>
            <a:ext cx="2743200" cy="178308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97180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 View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3502152"/>
            <a:ext cx="2560320" cy="749808"/>
          </a:xfrm>
          <a:prstGeom prst="rect">
            <a:avLst/>
          </a:prstGeom>
          <a:solidFill>
            <a:srgbClr val="080C14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35478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v_dashboard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all KPIs in single query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36208" y="4361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metrics in one DB view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World-Class UI/UX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02336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07899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0789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10789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103327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080C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104241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localhost:5050 — NEXUS Sales Platform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1307592"/>
            <a:ext cx="1463040" cy="3675888"/>
          </a:xfrm>
          <a:prstGeom prst="rect">
            <a:avLst/>
          </a:prstGeom>
          <a:solidFill>
            <a:srgbClr val="0D14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783080"/>
            <a:ext cx="1463040" cy="292608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783080"/>
            <a:ext cx="36576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01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121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Bills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441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New Bill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Products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081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Customers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Reports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65960" y="1371600"/>
            <a:ext cx="1554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65960" y="1444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₹12.4L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65960" y="1792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30168" y="1371600"/>
            <a:ext cx="1554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30168" y="1444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₹8.2L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30168" y="1792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94376" y="1371600"/>
            <a:ext cx="1554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94376" y="1444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₹4.2L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94376" y="1792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58584" y="1371600"/>
            <a:ext cx="1554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58584" y="1444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58584" y="1792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920240" y="2331720"/>
            <a:ext cx="4114800" cy="2514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0574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94560" y="4187952"/>
            <a:ext cx="365760" cy="384048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4560" y="4681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61488" y="3931920"/>
            <a:ext cx="365760" cy="640080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61488" y="4681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28416" y="4059936"/>
            <a:ext cx="365760" cy="512064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28416" y="4681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895344" y="3675888"/>
            <a:ext cx="365760" cy="896112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95344" y="4681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462272" y="3803904"/>
            <a:ext cx="365760" cy="768096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62272" y="4681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029200" y="3419856"/>
            <a:ext cx="365760" cy="11521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4681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26480" y="2331720"/>
            <a:ext cx="2560320" cy="2514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263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Bills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2852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NX-1001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6364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₹1,08,058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98080" y="2871216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0" y="28712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63640" y="3355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NX-1002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63640" y="3593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₹34,500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98080" y="3374136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33741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6364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NX-1003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63640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₹12,000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98080" y="3877056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4A6080">
              <a:alpha val="20000"/>
            </a:srgbClr>
          </a:solidFill>
          <a:ln w="12700">
            <a:solidFill>
              <a:srgbClr val="4A6080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98080" y="38770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1965960" cy="3657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5156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" y="1719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084832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lines total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HTML5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CSS3 (Variables)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Vanilla 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Google Fonts (Syne + DM Sans)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1051560"/>
            <a:ext cx="1965960" cy="3657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1051560"/>
            <a:ext cx="1965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468880" y="1719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51760" y="2084832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route layer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06040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Python 3.12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Flask 3.x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145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REST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JSON responses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051560"/>
            <a:ext cx="1965960" cy="3657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05156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17720" y="1719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2084832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logic here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SQLite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5 Triggers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145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4 Views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GENERATED STORED cols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1051560"/>
            <a:ext cx="1965960" cy="365760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105156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766560" y="1719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49440" y="2084832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config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03720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ORM (raw SQL)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WAL Journal Mode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3145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ACID Transactions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FK Constraints 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82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Metrics &amp; Results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011680" cy="146304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430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004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Logic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SQLite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1005840"/>
            <a:ext cx="2011680" cy="146304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005840"/>
            <a:ext cx="20116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1430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46888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Triggers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Auto-running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005840"/>
            <a:ext cx="2011680" cy="146304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0584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1430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Views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Pre-joined queries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1005840"/>
            <a:ext cx="2011680" cy="146304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00584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1430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76656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Lines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UI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788920"/>
            <a:ext cx="8503920" cy="2103120"/>
          </a:xfrm>
          <a:prstGeom prst="rect">
            <a:avLst/>
          </a:prstGeom>
          <a:solidFill>
            <a:srgbClr val="111827"/>
          </a:solidFill>
          <a:ln w="889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Traditional Approach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2918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0" y="32918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0" y="32918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Totals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35661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JS calc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5661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GENERATED col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813048"/>
            <a:ext cx="80467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4048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Update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0" y="384048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API call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84048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(auto)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087368"/>
            <a:ext cx="80467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11480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Status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0" y="411480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update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11480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(auto)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361688"/>
            <a:ext cx="80467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3891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Data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0" y="43891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queries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0" y="43891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VIEW query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636008"/>
            <a:ext cx="80467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634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Number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00400" y="46634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App-level seq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0" y="46634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DB sequence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910328"/>
            <a:ext cx="80467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— Database-Driven Sales &amp; Billing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22860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78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All business logic centralized in SQLite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90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5 triggers automate stock, totals &amp; payments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World-class UI with minimal frontend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13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Real-time dashboard via DB views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2452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24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422452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4224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422452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224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422452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4224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for: Educational / Business Project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Sales &amp; Billing Platform</dc:title>
  <dc:subject>PptxGenJS Presentation</dc:subject>
  <dc:creator>NEXUS Team</dc:creator>
  <cp:lastModifiedBy>NEXUS Team</cp:lastModifiedBy>
  <cp:revision>1</cp:revision>
  <dcterms:created xsi:type="dcterms:W3CDTF">2026-04-05T08:12:31Z</dcterms:created>
  <dcterms:modified xsi:type="dcterms:W3CDTF">2026-04-05T08:12:31Z</dcterms:modified>
</cp:coreProperties>
</file>